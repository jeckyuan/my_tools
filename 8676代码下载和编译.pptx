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593" r:id="rId2"/>
    <p:sldId id="607" r:id="rId3"/>
    <p:sldId id="606" r:id="rId4"/>
    <p:sldId id="608" r:id="rId5"/>
    <p:sldId id="611" r:id="rId6"/>
    <p:sldId id="612" r:id="rId7"/>
    <p:sldId id="613" r:id="rId8"/>
    <p:sldId id="614" r:id="rId9"/>
    <p:sldId id="601" r:id="rId10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51" userDrawn="1">
          <p15:clr>
            <a:srgbClr val="A4A3A4"/>
          </p15:clr>
        </p15:guide>
        <p15:guide id="4" orient="horz" pos="22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04287E"/>
    <a:srgbClr val="025B9A"/>
    <a:srgbClr val="FF9900"/>
    <a:srgbClr val="0F78AC"/>
    <a:srgbClr val="F8F8F8"/>
    <a:srgbClr val="BCB8B8"/>
    <a:srgbClr val="0B4E6F"/>
    <a:srgbClr val="E9C996"/>
    <a:srgbClr val="F05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6" autoAdjust="0"/>
    <p:restoredTop sz="91926" autoAdjust="0"/>
  </p:normalViewPr>
  <p:slideViewPr>
    <p:cSldViewPr snapToGrid="0" showGuides="1">
      <p:cViewPr varScale="1">
        <p:scale>
          <a:sx n="63" d="100"/>
          <a:sy n="63" d="100"/>
        </p:scale>
        <p:origin x="632" y="52"/>
      </p:cViewPr>
      <p:guideLst>
        <p:guide orient="horz" pos="255"/>
        <p:guide pos="3840"/>
        <p:guide orient="horz" pos="2251"/>
        <p:guide orient="horz" pos="2228"/>
      </p:guideLst>
    </p:cSldViewPr>
  </p:slideViewPr>
  <p:outlineViewPr>
    <p:cViewPr>
      <p:scale>
        <a:sx n="100" d="100"/>
        <a:sy n="100" d="100"/>
      </p:scale>
      <p:origin x="0" y="-1080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8CDDB4-6553-4F69-92A5-864D7528836E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39D0A-ED8E-4A87-BA33-B024370FBD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67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68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609669"/>
            <a:ext cx="12192000" cy="104274"/>
            <a:chOff x="0" y="988"/>
            <a:chExt cx="13839" cy="113"/>
          </a:xfrm>
        </p:grpSpPr>
        <p:sp>
          <p:nvSpPr>
            <p:cNvPr id="6" name="矩形 5"/>
            <p:cNvSpPr/>
            <p:nvPr/>
          </p:nvSpPr>
          <p:spPr>
            <a:xfrm>
              <a:off x="0" y="988"/>
              <a:ext cx="9922" cy="113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9905" y="988"/>
              <a:ext cx="3934" cy="113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平行四边形 7"/>
            <p:cNvSpPr/>
            <p:nvPr/>
          </p:nvSpPr>
          <p:spPr>
            <a:xfrm>
              <a:off x="9695" y="988"/>
              <a:ext cx="454" cy="113"/>
            </a:xfrm>
            <a:prstGeom prst="parallelogram">
              <a:avLst>
                <a:gd name="adj" fmla="val 18432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BC5EAE98-5FE5-608C-3987-48FB61D4B8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766" y="164624"/>
            <a:ext cx="256058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1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4853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gerrit.gwm.cn:8091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933" y="830424"/>
            <a:ext cx="1650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5E5E5E"/>
                </a:solidFill>
                <a:sym typeface="Helvetica Neue"/>
              </a:rPr>
              <a:t>权限配置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2933" y="1747520"/>
            <a:ext cx="113646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438400" hangingPunct="0"/>
            <a:r>
              <a:rPr lang="zh-CN" altLang="en-US" sz="2000" b="1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1. 生成SSH密钥对</a:t>
            </a:r>
          </a:p>
          <a:p>
            <a:pPr defTabSz="2438400" hangingPunct="0"/>
            <a:r>
              <a:rPr lang="zh-CN" altLang="en-US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在终端中输入以下命令以生成一个SSH密钥对，如下图：</a:t>
            </a:r>
          </a:p>
          <a:p>
            <a:pPr defTabSz="2438400" hangingPunct="0"/>
            <a:r>
              <a:rPr lang="zh-CN" altLang="en-US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注意：</a:t>
            </a:r>
          </a:p>
          <a:p>
            <a:pPr marL="914400" lvl="1" indent="-457200" defTabSz="2438400" hangingPunct="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默认不需要密码，在执行命令后一直按回车，直到结束</a:t>
            </a:r>
          </a:p>
          <a:p>
            <a:pPr marL="914400" lvl="1" indent="-457200" defTabSz="2438400" hangingPunct="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请将your_email@example.com替换为具体的邮箱名称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,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有助于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进行</a:t>
            </a:r>
            <a:r>
              <a:rPr lang="en-US" altLang="zh-CN" sz="20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密钥识别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。</a:t>
            </a:r>
          </a:p>
          <a:p>
            <a:pPr defTabSz="2438400" hangingPunct="0"/>
            <a:endParaRPr lang="zh-CN" altLang="en-US" sz="20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de-DE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ssh-keygen -t ed25519 -C "your_email@example.com"</a:t>
            </a:r>
            <a:endParaRPr lang="zh-CN" altLang="en-US" sz="20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6419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933" y="830424"/>
            <a:ext cx="1650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5E5E5E"/>
                </a:solidFill>
                <a:sym typeface="Helvetica Neue"/>
              </a:rPr>
              <a:t>权限配置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2933" y="1869440"/>
            <a:ext cx="2900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438400" hangingPunct="0"/>
            <a:r>
              <a:rPr lang="en-US" altLang="zh-CN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2</a:t>
            </a:r>
            <a:r>
              <a:rPr lang="zh-CN" altLang="en-US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. 添加</a:t>
            </a:r>
            <a:r>
              <a:rPr lang="en-US" altLang="zh-CN" sz="2000" b="1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config</a:t>
            </a:r>
            <a:r>
              <a:rPr lang="zh-CN" altLang="en-US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文件设置</a:t>
            </a:r>
            <a:endParaRPr lang="zh-CN" altLang="en-US" sz="20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4053" y="2569902"/>
            <a:ext cx="898618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438400" hangingPunct="0"/>
            <a:r>
              <a:rPr lang="en-US" altLang="zh-CN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vi .</a:t>
            </a:r>
            <a:r>
              <a:rPr lang="en-US" altLang="zh-CN" sz="20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ssh</a:t>
            </a:r>
            <a:r>
              <a:rPr lang="en-US" altLang="zh-CN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/</a:t>
            </a:r>
            <a:r>
              <a:rPr lang="en-US" altLang="zh-CN" sz="20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config</a:t>
            </a:r>
            <a:r>
              <a:rPr lang="zh-CN" altLang="en-US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，添加如下几行，其中</a:t>
            </a:r>
            <a:r>
              <a:rPr lang="en-US" altLang="zh-CN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User</a:t>
            </a:r>
            <a:r>
              <a:rPr lang="zh-CN" altLang="en-US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行的</a:t>
            </a:r>
            <a:r>
              <a:rPr lang="en-US" altLang="zh-CN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xxx</a:t>
            </a:r>
            <a:r>
              <a:rPr lang="zh-CN" altLang="en-US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替换为登录</a:t>
            </a:r>
            <a:r>
              <a:rPr lang="en-US" altLang="zh-CN" sz="20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Gerrit</a:t>
            </a:r>
            <a:r>
              <a:rPr lang="zh-CN" altLang="en-US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的账号：</a:t>
            </a:r>
            <a:endParaRPr lang="en-US" altLang="zh-CN" sz="20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endParaRPr lang="en-US" altLang="zh-CN" sz="20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HOST gerrit-sh.noboauto.com</a:t>
            </a:r>
          </a:p>
          <a:p>
            <a:pPr defTabSz="2438400" hangingPunct="0"/>
            <a: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hostname gerrit-sh.noboauto.com</a:t>
            </a:r>
          </a:p>
          <a:p>
            <a:pPr defTabSz="2438400" hangingPunct="0"/>
            <a: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Port 29418</a:t>
            </a:r>
          </a:p>
          <a:p>
            <a:pPr defTabSz="2438400" hangingPunct="0"/>
            <a: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User </a:t>
            </a:r>
            <a:r>
              <a:rPr lang="en-US" altLang="zh-CN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xxx</a:t>
            </a:r>
          </a:p>
          <a:p>
            <a:pPr defTabSz="2438400" hangingPunct="0"/>
            <a:endParaRPr lang="en-US" altLang="zh-CN" sz="20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gerrit.gwm.cn</a:t>
            </a:r>
            <a:b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hostname gerrit.gwm.cn</a:t>
            </a:r>
            <a:b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 29431</a:t>
            </a:r>
            <a:b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 </a:t>
            </a:r>
            <a:r>
              <a:rPr lang="en-US" altLang="zh-CN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</a:t>
            </a:r>
            <a:endParaRPr lang="zh-CN" altLang="en-US" sz="20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45781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933" y="586584"/>
            <a:ext cx="16506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5E5E5E"/>
                </a:solidFill>
                <a:sym typeface="Helvetica Neue"/>
              </a:rPr>
              <a:t>权限配置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2933" y="1325248"/>
            <a:ext cx="113646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2438400" hangingPunct="0">
              <a:buFont typeface="Arial" panose="020B0604020202020204" pitchFamily="34" charset="0"/>
              <a:buChar char="•"/>
            </a:pP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以下设置请登录蜂巢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VPN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，一般蜂巢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VPN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账号为手机号，登录</a:t>
            </a:r>
            <a:r>
              <a:rPr lang="en-US" altLang="zh-CN" sz="2000" b="1" dirty="0" err="1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Gerrit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账号为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1000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开头或者</a:t>
            </a:r>
            <a:r>
              <a:rPr lang="en-US" altLang="zh-CN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YB</a:t>
            </a:r>
            <a:r>
              <a:rPr lang="zh-CN" altLang="en-US" sz="20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开头的账号</a:t>
            </a:r>
            <a:r>
              <a:rPr lang="zh-CN" altLang="en-US" sz="2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（如果对应账号没开通，请接口人找蜂巢</a:t>
            </a:r>
            <a:r>
              <a:rPr lang="en-US" altLang="zh-CN" sz="2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PM</a:t>
            </a:r>
            <a:r>
              <a:rPr lang="zh-CN" altLang="en-US" sz="2000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申请账号）</a:t>
            </a:r>
            <a:endParaRPr lang="en-US" altLang="zh-CN" sz="2000" dirty="0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zh-CN" altLang="en-US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    蜂巢</a:t>
            </a:r>
            <a:r>
              <a:rPr lang="en-US" altLang="zh-CN" sz="2000" b="1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Gerrit</a:t>
            </a:r>
            <a:r>
              <a:rPr lang="zh-CN" altLang="en-US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网站地址：</a:t>
            </a:r>
            <a:r>
              <a:rPr lang="en-US" altLang="zh-CN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http://gerrit-sh.noboauto.com:8090/</a:t>
            </a:r>
            <a:endParaRPr lang="en-US" altLang="zh-CN" sz="2000" b="1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zh-CN" altLang="en-US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    长城</a:t>
            </a:r>
            <a:r>
              <a:rPr lang="en-US" altLang="zh-CN" sz="2000" b="1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Gerrit</a:t>
            </a:r>
            <a:r>
              <a:rPr lang="zh-CN" altLang="en-US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网站地址：</a:t>
            </a:r>
            <a:r>
              <a:rPr lang="en-US" altLang="zh-CN" sz="2000" b="1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  <a:hlinkClick r:id="rId2"/>
              </a:rPr>
              <a:t>http://gerrit.gwm.cn:8091</a:t>
            </a:r>
            <a:r>
              <a:rPr lang="en-US" altLang="zh-CN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  <a:hlinkClick r:id="rId2"/>
              </a:rPr>
              <a:t>/</a:t>
            </a:r>
            <a:endParaRPr lang="en-US" altLang="zh-CN" sz="2000" b="1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342900" indent="-342900" defTabSz="2438400" hangingPunct="0"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</a:t>
            </a:r>
            <a:r>
              <a:rPr lang="zh-CN" altLang="en-US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以上</a:t>
            </a:r>
            <a:r>
              <a:rPr lang="en-US" altLang="zh-CN" sz="2000" b="1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Gerrit</a:t>
            </a:r>
            <a:r>
              <a:rPr lang="zh-CN" altLang="en-US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都登录成功后，请通知蜂巢集成（叶淑伟）开通下载代码权限</a:t>
            </a:r>
            <a:endParaRPr lang="en-US" altLang="zh-CN" sz="2000" b="1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en-US" altLang="zh-CN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3</a:t>
            </a:r>
            <a:r>
              <a:rPr lang="zh-CN" altLang="en-US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. 添加</a:t>
            </a:r>
            <a:r>
              <a:rPr lang="en-US" altLang="zh-CN" sz="2000" b="1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ssh</a:t>
            </a:r>
            <a:r>
              <a:rPr lang="en-US" altLang="zh-CN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key</a:t>
            </a:r>
            <a:r>
              <a:rPr lang="zh-CN" altLang="en-US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到</a:t>
            </a:r>
            <a:r>
              <a:rPr lang="en-US" altLang="zh-CN" sz="2000" b="1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gerrit</a:t>
            </a:r>
            <a:r>
              <a:rPr lang="zh-CN" altLang="en-US" sz="20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网站</a:t>
            </a:r>
            <a:endParaRPr lang="en-US" altLang="zh-CN" sz="2000" b="1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457200" indent="-457200" defTabSz="2438400" hangingPunct="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操作步骤</a:t>
            </a:r>
          </a:p>
          <a:p>
            <a:pPr marL="914400" lvl="1" indent="-457200" defTabSz="2438400" hangingPunct="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在终端</a:t>
            </a:r>
            <a:r>
              <a:rPr lang="zh-CN" altLang="en-US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执行</a:t>
            </a:r>
            <a:r>
              <a:rPr lang="en-US" altLang="zh-CN" sz="2000" i="1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cat .</a:t>
            </a:r>
            <a:r>
              <a:rPr lang="en-US" altLang="zh-CN" sz="2000" i="1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ssh</a:t>
            </a:r>
            <a:r>
              <a:rPr lang="en-US" altLang="zh-CN" sz="2000" i="1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/id_ed25519.pub</a:t>
            </a:r>
            <a:r>
              <a:rPr lang="zh-CN" altLang="en-US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命令</a:t>
            </a:r>
            <a:endParaRPr lang="en-US" altLang="zh-CN" sz="20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914400" lvl="1" indent="-457200" defTabSz="2438400" hangingPunct="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Copy</a:t>
            </a:r>
            <a:r>
              <a:rPr lang="zh-CN" altLang="en-US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输出信息并添加</a:t>
            </a:r>
            <a:r>
              <a:rPr lang="zh-CN" altLang="en-US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到如上两个</a:t>
            </a:r>
            <a:r>
              <a:rPr lang="en-US" altLang="zh-CN" sz="20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Gerrit</a:t>
            </a:r>
            <a:r>
              <a:rPr lang="zh-CN" altLang="en-US" sz="20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网站</a:t>
            </a:r>
            <a:endParaRPr lang="en-US" altLang="zh-CN" sz="20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914400" lvl="1" indent="-457200" defTabSz="2438400" hangingPunct="0"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92" y="4133850"/>
            <a:ext cx="688657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48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933" y="830424"/>
            <a:ext cx="1650667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5E5E5E"/>
                </a:solidFill>
                <a:sym typeface="Helvetica Neue"/>
              </a:rPr>
              <a:t>代码下载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9439" y="1920240"/>
            <a:ext cx="1119737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438400" hangingPunct="0"/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8676 Android</a:t>
            </a:r>
            <a:r>
              <a:rPr lang="zh-CN" altLang="en-US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：</a:t>
            </a:r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mkdir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~/mt8676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c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d ~/mt8676 </a:t>
            </a:r>
            <a:endParaRPr lang="zh-CN" altLang="en-US" sz="16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repo </a:t>
            </a: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init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-u ssh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://gerrit-sh.noboauto.com:29418/gwm/v5l/manifest_Rel 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-b 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pvt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/gwm_v5l_cux_dev_lla 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-m Android.xml --no-repo-verify --repo-</a:t>
            </a: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url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=ssh://gerrit-sh.noboauto.com:29418/git-repo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repo sync -c -f -j4 --no-repo-verify --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optimized-fetch</a:t>
            </a:r>
          </a:p>
          <a:p>
            <a:pPr defTabSz="2438400" hangingPunct="0"/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8676 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Yocto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: </a:t>
            </a:r>
            <a:endParaRPr lang="en-US" altLang="zh-CN" sz="16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mkdir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~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/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mt8676_yocto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cd 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~/mt8676_yocto</a:t>
            </a:r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8676 </a:t>
            </a: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Yocto</a:t>
            </a:r>
            <a:r>
              <a:rPr lang="zh-CN" altLang="en-US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：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repo </a:t>
            </a: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init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-u ssh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://gerrit-sh.noboauto.com:29418/gwm/v5l/manifest_Rel 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-b 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pvt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/gwm_v5l_cux_dev_llas 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-m Yocto.xml --no-repo-verify --repo-</a:t>
            </a: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url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=ssh://gerrit-sh.noboauto.com:29418/git-repo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repo sync -c -f -j4 --no-repo-verify --optimized-fetch</a:t>
            </a:r>
            <a:endParaRPr lang="zh-CN" altLang="en-US" sz="16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70708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933" y="830424"/>
            <a:ext cx="1650667" cy="669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5E5E5E"/>
                </a:solidFill>
                <a:sym typeface="Helvetica Neue"/>
              </a:rPr>
              <a:t>代码</a:t>
            </a:r>
            <a:r>
              <a:rPr lang="zh-CN" altLang="en-US" sz="2800" b="1" dirty="0">
                <a:solidFill>
                  <a:srgbClr val="5E5E5E"/>
                </a:solidFill>
                <a:sym typeface="Helvetica Neue"/>
              </a:rPr>
              <a:t>编译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2933" y="1605280"/>
            <a:ext cx="1086578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defTabSz="2438400" hangingPunct="0"/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#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全量编译</a:t>
            </a:r>
            <a:endParaRPr lang="zh-CN" altLang="en-US" sz="20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en-US" altLang="zh-CN" sz="16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8676 </a:t>
            </a:r>
            <a:r>
              <a:rPr lang="en-US" altLang="zh-CN" sz="1600" b="1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Android</a:t>
            </a:r>
            <a:r>
              <a:rPr lang="zh-CN" altLang="en-US" sz="16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：</a:t>
            </a:r>
            <a:endParaRPr lang="en-US" altLang="zh-CN" sz="1600" b="1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cd android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python vendor/mediatek/proprietary/scripts/releasetools/split_build_helper.py --run full_noboauto8676_platform-userdebug --target -j16 2&gt;&amp;1 | tee 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build.log</a:t>
            </a:r>
          </a:p>
          <a:p>
            <a:pPr defTabSz="2438400" hangingPunct="0"/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zh-CN" altLang="en-US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编译</a:t>
            </a:r>
            <a:r>
              <a:rPr lang="zh-CN" altLang="en-US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产物路径：</a:t>
            </a:r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out/target/product/noboauto8676_platform/merged</a:t>
            </a:r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endParaRPr lang="en-US" altLang="zh-CN" sz="16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250781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933" y="647544"/>
            <a:ext cx="1650667" cy="669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5E5E5E"/>
                </a:solidFill>
                <a:sym typeface="Helvetica Neue"/>
              </a:rPr>
              <a:t>代码</a:t>
            </a:r>
            <a:r>
              <a:rPr lang="zh-CN" altLang="en-US" sz="2800" b="1" dirty="0">
                <a:solidFill>
                  <a:srgbClr val="5E5E5E"/>
                </a:solidFill>
                <a:sym typeface="Helvetica Neue"/>
              </a:rPr>
              <a:t>编译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2933" y="1317407"/>
            <a:ext cx="11197377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438400" hangingPunct="0"/>
            <a:r>
              <a:rPr lang="en-US" altLang="zh-CN" sz="16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8676 </a:t>
            </a:r>
            <a:r>
              <a:rPr lang="en-US" altLang="zh-CN" sz="1600" b="1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Yocto</a:t>
            </a:r>
            <a:r>
              <a:rPr lang="zh-CN" altLang="en-US" sz="1600" b="1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：</a:t>
            </a:r>
            <a:endParaRPr lang="en-US" altLang="zh-CN" sz="1600" b="1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# </a:t>
            </a:r>
            <a:r>
              <a:rPr lang="zh-CN" altLang="en-US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依赖的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downloads</a:t>
            </a:r>
            <a:r>
              <a:rPr lang="zh-CN" altLang="en-US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包请自行下载并放置在代码主目录下</a:t>
            </a:r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en-US" altLang="zh-CN" dirty="0"/>
              <a:t>#</a:t>
            </a:r>
            <a:r>
              <a:rPr lang="zh-CN" altLang="en-US" dirty="0"/>
              <a:t>注意</a:t>
            </a:r>
            <a:r>
              <a:rPr lang="en-US" altLang="zh-CN" dirty="0"/>
              <a:t>: </a:t>
            </a:r>
            <a:r>
              <a:rPr lang="zh-CN" altLang="en-US" dirty="0"/>
              <a:t>以下两个</a:t>
            </a:r>
            <a:r>
              <a:rPr lang="en-US" altLang="zh-CN" dirty="0" err="1"/>
              <a:t>Yocto</a:t>
            </a:r>
            <a:r>
              <a:rPr lang="zh-CN" altLang="en-US" dirty="0" smtClean="0"/>
              <a:t>系统请使用不同终端编译</a:t>
            </a:r>
            <a:endParaRPr lang="en-US" altLang="zh-CN" dirty="0" smtClean="0"/>
          </a:p>
          <a:p>
            <a:pPr defTabSz="2438400" hangingPunct="0"/>
            <a:endParaRPr lang="en-US" altLang="zh-CN" sz="16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en-US" altLang="zh-CN" dirty="0"/>
              <a:t># </a:t>
            </a:r>
            <a:r>
              <a:rPr lang="zh-CN" altLang="en-US" dirty="0"/>
              <a:t>编译</a:t>
            </a:r>
            <a:r>
              <a:rPr lang="en-US" altLang="zh-CN" dirty="0" err="1"/>
              <a:t>Yocto</a:t>
            </a:r>
            <a:r>
              <a:rPr lang="en-US" altLang="zh-CN" dirty="0"/>
              <a:t> </a:t>
            </a:r>
            <a:r>
              <a:rPr lang="en-US" altLang="zh-CN" dirty="0" smtClean="0"/>
              <a:t>auto8676p1_64_hyp_sos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export TEMPLATECONF=${PWD}/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meta/meta-mediatek-mt8676-hyp/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conf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/templates/auto8676p1_64_hyp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source meta/poky/</a:t>
            </a: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oe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-</a:t>
            </a: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init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-build-</a:t>
            </a: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env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build-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sos</a:t>
            </a:r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export 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TARGET_BUILD_VENDOR=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pvt</a:t>
            </a:r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bitbake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mtk-core-image-auto8676 2&gt;&amp;1| tee 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build.log</a:t>
            </a:r>
            <a:endParaRPr lang="en-US" altLang="zh-CN" sz="16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# </a:t>
            </a:r>
            <a:r>
              <a:rPr lang="zh-CN" altLang="en-US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编译产物</a:t>
            </a:r>
            <a:r>
              <a:rPr lang="zh-CN" altLang="en-US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路径</a:t>
            </a:r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build-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sos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/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tmp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/deploy/images/auto8676p1_64_hyp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endParaRPr lang="en-US" altLang="zh-CN" sz="1600" dirty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defTabSz="2438400" hangingPunct="0"/>
            <a:r>
              <a:rPr lang="en-US" altLang="zh-CN" dirty="0"/>
              <a:t># </a:t>
            </a:r>
            <a:r>
              <a:rPr lang="zh-CN" altLang="en-US" dirty="0"/>
              <a:t>编译</a:t>
            </a:r>
            <a:r>
              <a:rPr lang="en-US" altLang="zh-CN" dirty="0" err="1"/>
              <a:t>Yocto</a:t>
            </a:r>
            <a:r>
              <a:rPr lang="en-US" altLang="zh-CN" dirty="0"/>
              <a:t> </a:t>
            </a:r>
            <a:r>
              <a:rPr lang="en-US" altLang="zh-CN" dirty="0" smtClean="0"/>
              <a:t>auto8676p1_64_uos_tbox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export TEMPLATECONF=${PWD}/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meta/meta-mediatek-mt8676-hyp/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conf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/templates/auto8676p1_64_uos_tbox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source meta/poky/</a:t>
            </a: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oe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-</a:t>
            </a: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init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-build-</a:t>
            </a: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env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build-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tbox</a:t>
            </a:r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export 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TARGET_BUILD_VENDOR=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pvt</a:t>
            </a:r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 err="1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bitbake</a:t>
            </a:r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 mtk-core-image-auto8676-uos 2&gt;&amp;1| tee 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build.log</a:t>
            </a:r>
          </a:p>
          <a:p>
            <a:pPr defTabSz="2438400" hangingPunct="0"/>
            <a:r>
              <a:rPr lang="en-US" altLang="zh-CN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# </a:t>
            </a:r>
            <a:r>
              <a:rPr lang="zh-CN" altLang="en-US" sz="1600" dirty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编译产物路径</a:t>
            </a:r>
          </a:p>
          <a:p>
            <a:pPr marL="285750" indent="-285750" defTabSz="2438400" hangingPunct="0"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build-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tbox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/</a:t>
            </a:r>
            <a:r>
              <a:rPr lang="en-US" altLang="zh-CN" sz="1600" dirty="0" err="1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tmp</a:t>
            </a:r>
            <a:r>
              <a:rPr lang="en-US" altLang="zh-CN" sz="1600" dirty="0" smtClean="0">
                <a:solidFill>
                  <a:srgbClr val="5E5E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/>
              </a:rPr>
              <a:t>/deploy/images/auto8676p1_64_uos_tbox</a:t>
            </a:r>
            <a:endParaRPr lang="en-US" altLang="zh-CN" sz="1600" dirty="0" smtClean="0">
              <a:solidFill>
                <a:srgbClr val="5E5E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610807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933" y="647544"/>
            <a:ext cx="29714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5E5E5E"/>
                </a:solidFill>
                <a:sym typeface="Helvetica Neue"/>
              </a:rPr>
              <a:t>镜像包制作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2932" y="1317407"/>
            <a:ext cx="115363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编译完成后，将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TBOX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下的如下镜像文件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copy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SOS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的编译目录。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SOS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的编译目录：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build-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sos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/deploy/images/auto8676p1_64_hyp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文件夹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TBOX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下的镜像文件：</a:t>
            </a:r>
            <a:endParaRPr lang="en-US" altLang="zh-CN" sz="1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build-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tbox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/deploy/images/auto8676p1_64_uos_tbox/bl2-tbox.img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tbox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/deploy/images/auto8676p1_64_uos_tbox/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boot_uos_tbox.img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tbox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/deploy/images/auto8676p1_64_uos_tbox/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system_uos_tbox.img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tbox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/deploy/images/auto8676p1_64_uos_tbox/userdata_uos_tbox.ext4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tbox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/deploy/images/auto8676p1_64_uos_tbox/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gwmapp.img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build-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tbox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/deploy/images/auto8676p1_64_uos_tbox/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gwmdata.img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build-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tbox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tmp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/deploy/images/auto8676p1_64_uos_tbox/</a:t>
            </a:r>
            <a:r>
              <a:rPr lang="en-US" altLang="zh-CN" sz="16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ecallapp.img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1799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82933" y="647544"/>
            <a:ext cx="29714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5E5E5E"/>
                </a:solidFill>
                <a:sym typeface="Helvetica Neue"/>
              </a:rPr>
              <a:t>镜像包制作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2932" y="1317407"/>
            <a:ext cx="11536348" cy="5548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Android</a:t>
            </a:r>
            <a:r>
              <a:rPr lang="zh-CN" altLang="en-US" sz="1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下的镜像文件：</a:t>
            </a:r>
            <a:endParaRPr lang="en-US" altLang="zh-CN" sz="1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dtbo.img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boot.img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vendor_boot.img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init_boot.img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userdata.img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super.img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vbmeta.img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vbmeta_system.img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vbmeta_vendor.img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tee.img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android/out/target/product/noboauto8676_platform/merged/boot-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debug.img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vendor_boot-debug.img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log_data.img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encryption.img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appcfg.img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android/out/target/product/noboauto8676_platform/merged/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navi_buffer.img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8150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9">
            <a:extLst>
              <a:ext uri="{FF2B5EF4-FFF2-40B4-BE49-F238E27FC236}">
                <a16:creationId xmlns:a16="http://schemas.microsoft.com/office/drawing/2014/main" id="{EA435830-04F3-F34C-8631-AD35126D6827}"/>
              </a:ext>
            </a:extLst>
          </p:cNvPr>
          <p:cNvSpPr txBox="1"/>
          <p:nvPr/>
        </p:nvSpPr>
        <p:spPr>
          <a:xfrm>
            <a:off x="1760048" y="2413760"/>
            <a:ext cx="8799921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72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50800" dir="2700000" algn="tl" rotWithShape="0">
                    <a:prstClr val="black">
                      <a:alpha val="2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谢谢</a:t>
            </a:r>
            <a:endParaRPr lang="en-US" altLang="zh-CN" sz="72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50800" dir="2700000" algn="tl" rotWithShape="0">
                  <a:prstClr val="black">
                    <a:alpha val="20000"/>
                  </a:prst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7438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Office 主题">
  <a:themeElements>
    <a:clrScheme name="自定义 14">
      <a:dk1>
        <a:sysClr val="windowText" lastClr="000000"/>
      </a:dk1>
      <a:lt1>
        <a:sysClr val="window" lastClr="FFFFFF"/>
      </a:lt1>
      <a:dk2>
        <a:srgbClr val="2D3847"/>
      </a:dk2>
      <a:lt2>
        <a:srgbClr val="E7E6E6"/>
      </a:lt2>
      <a:accent1>
        <a:srgbClr val="1285BE"/>
      </a:accent1>
      <a:accent2>
        <a:srgbClr val="0080B4"/>
      </a:accent2>
      <a:accent3>
        <a:srgbClr val="00B0D3"/>
      </a:accent3>
      <a:accent4>
        <a:srgbClr val="3ABFC4"/>
      </a:accent4>
      <a:accent5>
        <a:srgbClr val="21C0D7"/>
      </a:accent5>
      <a:accent6>
        <a:srgbClr val="55D4FA"/>
      </a:accent6>
      <a:hlink>
        <a:srgbClr val="0563C1"/>
      </a:hlink>
      <a:folHlink>
        <a:srgbClr val="954F72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6737</TotalTime>
  <Words>494</Words>
  <Application>Microsoft Office PowerPoint</Application>
  <PresentationFormat>宽屏</PresentationFormat>
  <Paragraphs>101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Helvetica Neue</vt:lpstr>
      <vt:lpstr>宋体</vt:lpstr>
      <vt:lpstr>微软雅黑</vt:lpstr>
      <vt:lpstr>微软雅黑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袁延彬</dc:creator>
  <cp:lastModifiedBy>叶淑伟</cp:lastModifiedBy>
  <cp:revision>740</cp:revision>
  <dcterms:created xsi:type="dcterms:W3CDTF">2017-03-10T09:23:09Z</dcterms:created>
  <dcterms:modified xsi:type="dcterms:W3CDTF">2025-01-07T05:55:42Z</dcterms:modified>
</cp:coreProperties>
</file>